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中華汽車校園大使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月 A 任務 成果簡報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大使姓名/學校:簡懷辰 / 元智大學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任務月份:10 月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任務形式:A. 社群內容創作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80960" y="3931920"/>
            <a:ext cx="822960" cy="8229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680960" y="3931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社群內容創作:基本資訊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103120" cy="548640"/>
          </a:xfrm>
          <a:prstGeom prst="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大使姓名/學校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5989320" cy="548640"/>
          </a:xfrm>
          <a:prstGeom prst="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0972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簡懷辰 / 元智大學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2103120" cy="548640"/>
          </a:xfrm>
          <a:prstGeom prst="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任務月份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97480" y="1783080"/>
            <a:ext cx="5989320" cy="548640"/>
          </a:xfrm>
          <a:prstGeom prst="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17830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月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103120" cy="548640"/>
          </a:xfrm>
          <a:prstGeom prst="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97480" y="2468880"/>
            <a:ext cx="5989320" cy="548640"/>
          </a:xfrm>
          <a:prstGeom prst="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24688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第五屆車輛設計數位研習營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103120" cy="548640"/>
          </a:xfrm>
          <a:prstGeom prst="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1546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任務形式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97480" y="3154680"/>
            <a:ext cx="5989320" cy="548640"/>
          </a:xfrm>
          <a:prstGeom prst="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31546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社群內容創作(IG 影片 + 文案)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2103120" cy="548640"/>
          </a:xfrm>
          <a:prstGeom prst="rect">
            <a:avLst>
              <a:gd name="adj" fmla="val 1000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貼文連結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697480" y="3840480"/>
            <a:ext cx="5989320" cy="548640"/>
          </a:xfrm>
          <a:prstGeom prst="rect">
            <a:avLst>
              <a:gd name="adj" fmla="val 1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34640" y="384048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instagram.com/reel/DejgEzCAkPm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內容分享與說明:發想與執行方式</a:t>
            </a:r>
            <a:endParaRPr lang="en-US" sz="2600" dirty="0"/>
          </a:p>
        </p:txBody>
      </p:sp>
      <p:pic>
        <p:nvPicPr>
          <p:cNvPr id="5" name="Image 0" descr="img/re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200400" cy="23225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Reel「My CMC Vlog」畫面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840480" y="1051560"/>
            <a:ext cx="4846320" cy="1600200"/>
          </a:xfrm>
          <a:prstGeom prst="rect">
            <a:avLst>
              <a:gd name="adj" fmla="val 457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023360" y="1161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發想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15819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把「一台車從材質桌開始」的幕後現場帶給同學看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用自己的角度拍,讓同學覺得離車廠沒那麼遠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840480" y="2788920"/>
            <a:ext cx="4846320" cy="2011680"/>
          </a:xfrm>
          <a:prstGeom prst="rect">
            <a:avLst>
              <a:gd name="adj" fmla="val 363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23360" y="28986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3319272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當天體驗:AI 設計車內裝、顏色材質展示、VR、油土模型、四足機器人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拍成影片,貼文最後問大家「你最想體驗哪一關?」</a:t>
            </a:r>
            <a:endParaRPr lang="en-US" sz="1400" dirty="0"/>
          </a:p>
          <a:p>
            <a:pPr marL="190500" indent="-1905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標籤:#中華汽車 #車輛設計 #校園大使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成效:具體數據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783080" cy="1417320"/>
          </a:xfrm>
          <a:prstGeom prst="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1,176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觀看次數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1051560"/>
            <a:ext cx="1783080" cy="1417320"/>
          </a:xfrm>
          <a:prstGeom prst="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77440" y="1188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551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觸及人數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297680" y="1051560"/>
            <a:ext cx="1783080" cy="1417320"/>
          </a:xfrm>
          <a:prstGeom prst="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1887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1920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1783080" cy="1417320"/>
          </a:xfrm>
          <a:prstGeom prst="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按讚數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377440" y="2651760"/>
            <a:ext cx="1783080" cy="1417320"/>
          </a:xfrm>
          <a:prstGeom prst="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77440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留言數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2651760"/>
            <a:ext cx="1783080" cy="1417320"/>
          </a:xfrm>
          <a:prstGeom prst="rect">
            <a:avLst>
              <a:gd name="adj" fmla="val 51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7889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分享數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976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互動數 = 按讚 34 + 留言 1 + 分享 1。平均每人看 3 秒,沒有新增追蹤。數字來自 IG 後台。</a:t>
            </a:r>
            <a:endParaRPr lang="en-US" sz="1200" dirty="0"/>
          </a:p>
        </p:txBody>
      </p:sp>
      <p:pic>
        <p:nvPicPr>
          <p:cNvPr id="24" name="Image 0" descr="img/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868680"/>
            <a:ext cx="219456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57200" cy="457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執行心得或意見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749040"/>
          </a:xfrm>
          <a:prstGeom prst="rect">
            <a:avLst>
              <a:gd name="adj" fmla="val 195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612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任務心得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81912"/>
            <a:ext cx="78638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一開始是被「車輛設計數位研習營」這個名稱和想像中的內容吸引,希望透過這支影片讓更多同學知道,原來中華汽車有這樣的活動。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實際體驗與拍攝後,我發現活動裡有許多專業術語與設計關鍵概念。期待未來中華汽車能辦一場更偏實作的設計營,不限設計科系,讓對設計、汽車或工業設計較陌生的同學也能快速融入,進一步認識中華汽車。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2026-10-19T05:54:38Z</dcterms:created>
  <dcterms:modified xsi:type="dcterms:W3CDTF">2026-10-19T05:54:38Z</dcterms:modified>
</cp:coreProperties>
</file>