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中華汽車校園大使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月 B 任務 成果簡報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大使姓名/學校:邱偉浩 / 元智大學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任務月份:10 月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任務形式:B. 趨勢觀察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0" y="39319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趨勢觀察:基本資訊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097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邱偉浩 / 元智大學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任務月份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97480" y="17830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97480" y="24688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2468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畢業生就業趨勢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任務形式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97480" y="31546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3154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趨勢觀察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觀察平台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697480" y="38404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34640" y="3840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Dcard(工作版、科技業版,共 2 篇貼文)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內容分享與說明:觀察主題與方法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645920"/>
          </a:xfrm>
          <a:prstGeom prst="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觀察主題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畢業生就業趨勢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(任務指引範例之一)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645920"/>
          </a:xfrm>
          <a:prstGeom prst="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觀察平台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81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Dcard 工作版、科技業版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篇貼文,共 454 則留言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看得到的留言都有算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1920240"/>
          </a:xfrm>
          <a:prstGeom prst="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觀察方式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10712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挑兩篇貼文:一篇聊新鮮人起薪,一篇聊 AI 對新鮮人的影響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記下愛心、留言數,把看得到的留言一則一則讀,算算起薪落在哪、大家怎麼看 AI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再跟人力銀行公開的資料比一比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內容分享與說明:Dcard 案例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1|#請益 新鮮人起薪都多少(工作版)</a:t>
            </a:r>
            <a:endParaRPr lang="en-US" sz="1400" dirty="0"/>
          </a:p>
        </p:txBody>
      </p:sp>
      <p:pic>
        <p:nvPicPr>
          <p:cNvPr id="6" name="Image 0" descr="img2/pos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291840" cy="19385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4290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2025/6/3 發文 ・ 愛心 108 ・ 留言 266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剛畢業的人問:大家第一份工作月薪是多少?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最高讚(268 讚):生活品質和健康比什麼都重要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2|2026 前後畢業的大學生,是史上最辛苦世代(科技業版)</a:t>
            </a:r>
            <a:endParaRPr lang="en-US" sz="1400" dirty="0"/>
          </a:p>
        </p:txBody>
      </p:sp>
      <p:pic>
        <p:nvPicPr>
          <p:cNvPr id="9" name="Image 1" descr="img2/pos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45920"/>
            <a:ext cx="1691640" cy="2880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92240" y="164592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2026/3/14 發文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愛心 319 ・ 留言 188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說因為有 AI,現在的畢業生很辛苦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最高讚(620 讚):有 AI 學得更快,不用 AI 才會被淘汰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成效:新鮮人第一份薪水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 留言裡,第一份工作的月薪(42 則)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 以下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1554480"/>
            <a:ext cx="905256" cy="3200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88336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756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30–34K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91640" y="2121408"/>
            <a:ext cx="3319272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02352" y="2075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426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35–39K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91640" y="2688336"/>
            <a:ext cx="2414016" cy="3200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97096" y="26426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0954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40–49K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91640" y="3255264"/>
            <a:ext cx="3017520" cy="3200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32095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76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以上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91640" y="3822192"/>
            <a:ext cx="3017520" cy="3200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3776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60720" y="1005840"/>
            <a:ext cx="2926080" cy="2148840"/>
          </a:xfrm>
          <a:prstGeom prst="rect">
            <a:avLst>
              <a:gd name="adj" fmla="val 340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1115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大概的樣子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1536192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中間值約 38K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 26K、最高 81K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最多人落在 30–34K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60720" y="3291840"/>
            <a:ext cx="2926080" cy="1554480"/>
          </a:xfrm>
          <a:prstGeom prst="rect">
            <a:avLst>
              <a:gd name="adj" fmla="val 470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發問的人說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38221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上很多低於 35K,但版上很多人 40K 以上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怎麼算的:看得到的留言中,有 42 則寫出第一份月薪(範圍取中間值,只寫年薪的不算)。留言的人可能偏向薪水較好的,不代表全部新鮮人。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成效:大家怎麼看 AI 與就業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 留言的看法(看得到的 12 則)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每一代都一樣,沒有比較慘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600200"/>
            <a:ext cx="2286000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1508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是工具,要學會用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2331720"/>
            <a:ext cx="1371600" cy="3657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2240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71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取代不了的工作(產線、輪班)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88920" y="3063240"/>
            <a:ext cx="1371600" cy="3657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大學價值變低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88920" y="3794760"/>
            <a:ext cx="457200" cy="3657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37560" y="3703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1115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留言摘錄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536192"/>
            <a:ext cx="2560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「別鬧了 有AI學得更快」(620 讚)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「論文連 code 都 AI 寫」(264 讚)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「可以畢業到產線或設備商輪班,AI 和機器人都無法取代」(14 讚)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一則留言只算一種看法;這是看得到的 12 則,不是全部 188 則。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成效:跟外部調查比一比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5087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38K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Dcard 留言的第一份月薪中間值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5087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188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3.6 萬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人力銀行:新鮮人薪資中位數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023360" cy="15087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9 成 4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1111:畢業生打算直接就業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743200"/>
            <a:ext cx="4023360" cy="15087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8803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5 成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1111:新鮮人寧選兼職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資料來源:1111 人力銀行 2025 新鮮人調查(工商時報、經理人報導)、人力銀行新鮮人薪資統計(經理人報導)。Dcard 留言的數字偏高一些,但跟人力銀行差不多。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分析與建議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749040"/>
          </a:xfrm>
          <a:prstGeom prst="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觀察分析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新鮮人起薪落差很大,多落在 30–40K 出頭,看學系和產業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談 AI,最多人覺得「每一代都有難處」,也有人說要學會用 AI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有人提到產線、設備這類現場工作,AI 一時取代不了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749040"/>
          </a:xfrm>
          <a:prstGeom prst="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對中華汽車的建議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8191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招募時直接講清楚起薪範圍,新鮮人最想先知道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校園活動聊聊「AI 時代的車廠工作」,讓同學看到現場工作的價值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多辦體驗營、參訪,讓不同科系的同學親眼看看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執行心得或意見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749040"/>
          </a:xfrm>
          <a:prstGeom prst="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任務心得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7863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【待補:請邱偉浩自己寫幾句,我再幫忙潤飾】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2026-10-22T10:15:39Z</dcterms:created>
  <dcterms:modified xsi:type="dcterms:W3CDTF">2026-10-22T10:15:39Z</dcterms:modified>
</cp:coreProperties>
</file>