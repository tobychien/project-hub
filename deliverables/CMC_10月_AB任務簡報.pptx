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Arial"/>
              </a:rPr>
              <a:t>案例 1 留言提及的福利(則,n=17)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提及則數</c:v>
                </c:pt>
              </c:strCache>
            </c:strRef>
          </c:tx>
          <c:spPr>
            <a:solidFill>
              <a:srgbClr val="1B2A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體檢</c:v>
                  </c:pt>
                  <c:pt idx="1">
                    <c:v>停車位</c:v>
                  </c:pt>
                  <c:pt idx="2">
                    <c:v>加班費/準時下班</c:v>
                  </c:pt>
                  <c:pt idx="3">
                    <c:v>休假</c:v>
                  </c:pt>
                  <c:pt idx="4">
                    <c:v>彈性/遠端</c:v>
                  </c:pt>
                  <c:pt idx="5">
                    <c:v>餐飲/零食/設備</c:v>
                  </c:pt>
                  <c:pt idx="6">
                    <c:v>薪資/獎金/年終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5</c:v>
                </c:pt>
                <c:pt idx="6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b"/>
        <c:majorGridlines>
          <c:spPr>
            <a:ln w="6350" cap="flat">
              <a:solidFill>
                <a:srgbClr val="E1E5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每月必修主線 A/B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大使姓名/學校:簡懷辰 / 元智大學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 ・ B. 趨勢觀察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A+B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月任務總覽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社群內容創作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主題:第五屆車輛設計數位研習營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形式:IG 影片 + 貼文文案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狀態:已發布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趨勢觀察(3 積分)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主題:畢業生最重視的企業福利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平台:Dcard 工作版(2 篇貼文)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形式:觀察 + 分析 + 數據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本簡報涵蓋繳交規定項目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 ・ 任務月份 ・ 主題 ・ 任務形式 ・ 內容分享與說明 ・ 成效(具體數據) ・ 執行心得或意見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社群內容創作:基本資訊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簡懷辰 / 元智大學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第五屆車輛設計數位研習營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社群內容創作(IG 影片 + 文案)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貼文連結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instagram.com/reel/DejgEzCAkPm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內容分享與說明:發想與執行方式</a:t>
            </a:r>
            <a:endParaRPr lang="en-US" sz="2600" dirty="0"/>
          </a:p>
        </p:txBody>
      </p:sp>
      <p:pic>
        <p:nvPicPr>
          <p:cNvPr id="5" name="Image 0" descr="img/ree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200400" cy="23225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Reel「My CMC Vlog」畫面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840480" y="105156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023360" y="1161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發想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023360" y="1581912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把「一台車從材質桌開始」的幕後現場帶給同學看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第一人稱視角,拉近校園與車輛產業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840480" y="2788920"/>
            <a:ext cx="484632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23360" y="28986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319272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研習營體驗:AI 內裝設計、CMF、VR、油土模型、四足機器人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影片記錄 + 貼文文案,結尾提問「你最想體驗哪一關?」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標籤:#中華汽車 #車輛設計 #校園大使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成效:具體數據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觀看次數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7440" y="10515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觸及人數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297680" y="10515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1887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19202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按讚數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26517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7744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297680" y="2651760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278892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5204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分享數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2976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互動數 = 按讚 34 + 留言 1 + 分享 1(轉發、儲存皆 0)。平均觀看 3 秒,新增追蹤 0。資料來源:IG Reel 後台洞察。</a:t>
            </a:r>
            <a:endParaRPr lang="en-US" sz="1200" dirty="0"/>
          </a:p>
        </p:txBody>
      </p:sp>
      <p:pic>
        <p:nvPicPr>
          <p:cNvPr id="24" name="Image 0" descr="img/i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868680"/>
            <a:ext cx="219456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趨勢觀察:主題與方法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畢業生最重視的企業福利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50 則留言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可見留言 31 則納入統計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10712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選出與福利、新鮮人職場最相關的兩篇貼文,記錄愛心、留言、收藏、分享數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逐則閱讀可見留言,依福利類別統計提及次數(一則可提及多項)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對照 104 公開的中華汽車福利,找出新鮮人需求與企業現況的落差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第一線觀察:Dcard 案例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大家都在乎什麼公司福利?</a:t>
            </a:r>
            <a:endParaRPr lang="en-US" sz="1400" dirty="0"/>
          </a:p>
        </p:txBody>
      </p:sp>
      <p:pic>
        <p:nvPicPr>
          <p:cNvPr id="6" name="Image 0" descr="img/case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1645920" cy="29900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2025/2/15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142 ・ 留言 35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832 ・ 分享 50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新鮮人請教哪些福利是必問、必備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最高讚留言(246 讚):入職前先確認薪資結構、休假、三節年終、加班費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「錢才是重點」(72 讚)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9601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2|#閒聊 社會新鮮人的小確幸公司</a:t>
            </a:r>
            <a:endParaRPr lang="en-US" sz="1400" dirty="0"/>
          </a:p>
        </p:txBody>
      </p:sp>
      <p:pic>
        <p:nvPicPr>
          <p:cNvPr id="10" name="Image 1" descr="img/case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54480"/>
            <a:ext cx="1645920" cy="29900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46520" y="155448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2025/12/18 發文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82 ・ 留言 15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10 ・ 分享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2286000"/>
            <a:ext cx="2240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 PO 最愛:放風日、Work From Anywhere、午休 1.5 小時、生日月福利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留言多羨慕零食、賀卡、蛋糕等小確幸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數據佐證:留言怎麼說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3891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統計方式:案例 1 共 35 則留言,可見 20 則,其中 17 則談福利;一則可提及多項。案例 2 可見 11 則,其中 4 則談零食/賀卡。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760720" y="1005840"/>
            <a:ext cx="2926080" cy="1737360"/>
          </a:xfrm>
          <a:prstGeom prst="roundRect">
            <a:avLst>
              <a:gd name="adj" fmla="val 42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兩篇貼文互動合計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1536192"/>
            <a:ext cx="2560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224 ・ 留言 50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收藏 842 ・ 分享 52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760720" y="288036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0" y="299008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資料侷限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410712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 Dcard 兩篇貼文的可見留言,屬質性觀察,不代表全體畢業生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福利對照:新鮮人需求 vs. 中華汽車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02920"/>
                <a:gridCol w="3611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Dcard 最在意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則數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中華汽車(104 公司頁)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薪資/獎金/年終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年終獎金(含中秋、端午),依營運與考績加發獎金及紅利,三節/生日禮券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餐飲/設備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多樣化同仁餐廳(自助餐、麵食、套餐、Cafe'),健身房、球場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彈性/遠端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彈性上班制度(遠端未見說明)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休假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週休二日,小寒假、小暑假各約 1 週,優於法令的旅遊假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體檢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醫師駐廠看診、定期健康檢查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加班費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公司頁未載明,需向人資確認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img/cm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005840"/>
            <a:ext cx="2286000" cy="35295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資料來源:104 人力銀行「中華汽車楊梅廠」公司頁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分析與建議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74904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新鮮人談福利,第一關仍是「錢」:17 則中 14 則提到薪資、獎金或年終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其次是日常體驗:餐飲零食、彈性遠端、優於勞基法的休假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小確幸互動不高,卻最容易引發羨慕與分享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74904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薪資與年終是新鮮人最在意的項目,中華汽車已有制度,招募溝通宜優先說清楚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彈性上班、寒暑假、餐廳等福利做成真實員工故事,放到校園與社群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研習營等活動可加入福利 Q&amp;A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74904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任務心得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749040"/>
          </a:xfrm>
          <a:prstGeom prst="round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【待補】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中華汽車校園大使 10月任務成果簡報</dc:title>
  <dc:subject>PptxGenJS Presentation</dc:subject>
  <dc:creator>PptxGenJS</dc:creator>
  <cp:lastModifiedBy>PptxGenJS</cp:lastModifiedBy>
  <cp:revision>1</cp:revision>
  <dcterms:created xsi:type="dcterms:W3CDTF">2026-10-17T18:26:04Z</dcterms:created>
  <dcterms:modified xsi:type="dcterms:W3CDTF">2026-10-17T18:26:04Z</dcterms:modified>
</cp:coreProperties>
</file>