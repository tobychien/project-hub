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大使姓名/學校:簡懷辰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94560"/>
          </a:xfrm>
          <a:prstGeom prst="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工作版(2 篇貼文)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形式:觀察 + 分析 + 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簡懷辰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instagram.com/reel/DejgEzCAkPm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內容分享與說明:發想與執行方式</a:t>
            </a:r>
            <a:endParaRPr lang="en-US" sz="2600" dirty="0"/>
          </a:p>
        </p:txBody>
      </p:sp>
      <p:pic>
        <p:nvPicPr>
          <p:cNvPr id="5" name="Image 0" descr="img/r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00400" cy="2322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Reel「My CMC Vlog」畫面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840480" y="1051560"/>
            <a:ext cx="4846320" cy="1600200"/>
          </a:xfrm>
          <a:prstGeom prst="rect">
            <a:avLst>
              <a:gd name="adj" fmla="val 457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23360" y="1161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581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把「一台車從材質桌開始」的幕後現場帶給同學看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第一人稱視角,拉近校園與車輛產業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2788920"/>
            <a:ext cx="4846320" cy="2011680"/>
          </a:xfrm>
          <a:prstGeom prst="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2898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31927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研習營體驗:AI 內裝設計、CMF、VR、油土模型、四足機器人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影片記錄 + 貼文文案,結尾提問「你最想體驗哪一關?」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觀看次數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0515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2651760"/>
            <a:ext cx="1783080" cy="1417320"/>
          </a:xfrm>
          <a:prstGeom prst="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97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 = 按讚 34 + 留言 1 + 分享 1(轉發、儲存皆 0)。平均觀看 3 秒,新增追蹤 0。資料來源:IG Reel 後台洞察。</a:t>
            </a:r>
            <a:endParaRPr lang="en-US" sz="1200" dirty="0"/>
          </a:p>
        </p:txBody>
      </p:sp>
      <p:pic>
        <p:nvPicPr>
          <p:cNvPr id="24" name="Image 0" descr="img/i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868680"/>
            <a:ext cx="219456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50 則留言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可見留言 31 則納入統計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選出與福利、新鮮人職場最相關的兩篇貼文,記錄愛心、留言、收藏、分享數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逐則閱讀可見留言,依福利類別統計提及次數(一則可提及多項)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 104 公開的中華汽車福利,找出新鮮人需求與企業現況的落差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第一線觀察:Dcard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大家都在乎什麼公司福利?</a:t>
            </a:r>
            <a:endParaRPr lang="en-US" sz="1400" dirty="0"/>
          </a:p>
        </p:txBody>
      </p:sp>
      <p:pic>
        <p:nvPicPr>
          <p:cNvPr id="6" name="Image 0" descr="img/cas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1645920" cy="21854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2025/2/15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142 ・ 留言 35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832 ・ 分享 50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新鮮人請教哪些福利是必問、必備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最高讚留言(246 讚):入職前先確認薪資結構、休假、三節年終、加班費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「錢才是重點」(72 讚)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2|#閒聊 社會新鮮人的小確幸公司</a:t>
            </a:r>
            <a:endParaRPr lang="en-US" sz="1400" dirty="0"/>
          </a:p>
        </p:txBody>
      </p:sp>
      <p:pic>
        <p:nvPicPr>
          <p:cNvPr id="10" name="Image 1" descr="img/case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00200"/>
            <a:ext cx="1645920" cy="23591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2025/12/18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82 ・ 留言 15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10 ・ 分享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 PO 最愛:放風日、Work From Anywhere、午休 1.5 小時、生日月福利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留言多羨慕零食、賀卡、蛋糕等小確幸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數據佐證:留言怎麼說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案例 1 留言提及的福利(則,n=17)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薪資/獎金/年終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1499616"/>
            <a:ext cx="2816352" cy="2560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92624" y="14630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836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餐飲/零食/設備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03120" y="1920240"/>
            <a:ext cx="1005840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88366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042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彈性/遠端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03120" y="2340864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230428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休假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761488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79776" y="27249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14553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加班費/準時下班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82112"/>
            <a:ext cx="603504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79776" y="3145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停車位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602736"/>
            <a:ext cx="402336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78608" y="35661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86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體檢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4023360"/>
            <a:ext cx="201168" cy="256032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77440" y="398678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760720" y="1005840"/>
            <a:ext cx="2926080" cy="3200400"/>
          </a:xfrm>
          <a:prstGeom prst="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外部對照:1111 人力銀行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1536192"/>
            <a:ext cx="2560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新鮮人求職意向調查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薪資符合行情 63.7%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不用常態加班 45.1%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公司福利好 34.6%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交通便利 32.2%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固定週休二日 30.6%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389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統計方式:案例 1 共 35 則留言,可見 20 則,其中 17 則談福利;一則可提及多項。案例 2 可見 11 則,其中 4 則談零食/賀卡。兩篇貼文互動合計:愛心 224、留言 50、收藏 842、分享 52。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297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資料來源:1111 人力銀行(產經新聞網報導);Dcard 為可見留言之質性觀察,不代表全體畢業生。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福利對照:新鮮人需求 vs. 中華汽車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5577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Dcard 最在意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則數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中華汽車(104 公司頁)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薪資/獎金/年終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年終獎金(含中秋、端午),依營運與考績加發獎金及紅利,三節/生日禮券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餐飲/設備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多樣化同仁餐廳(自助餐、麵食、套餐、Cafe'),健身房、球場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彈性/遠端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彈性上班制度(遠端未見說明)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休假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週休二日,小寒假、小暑假各約 1 週,優於法令的旅遊假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體檢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醫師駐廠看診、定期健康檢查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加班費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公司頁未載明,需向人資確認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資料來源:104 人力銀行「中華汽車楊梅廠」公司頁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新鮮人談福利,第一關仍是「錢」:17 則中 14 則提到薪資、獎金或年終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其次是日常體驗:餐飲零食、彈性遠端、優於勞基法的休假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小確幸互動不高,卻最容易引發羨慕與分享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1111 調查一致:薪資居首(63.7%),不常態加班(45.1%)次之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薪資與年終是新鮮人最在意的項目,中華汽車已有制度,招募溝通宜優先說清楚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彈性上班、寒暑假、餐廳等福利做成真實員工故事,放到校園與社群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研習營等活動可加入福利 Q&amp;A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一開始是被「車輛設計數位研習營」這個名稱和想像中的內容吸引,希望透過這支影片讓更多同學知道,原來中華汽車有這樣的活動。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實際體驗與拍攝後,我發現活動裡有許多專業術語與設計關鍵概念。期待未來中華汽車能辦一場更偏實作的設計營,不限設計科系,讓對設計、汽車或工業設計較陌生的同學也能快速融入,進一步認識中華汽車。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任務是從自己也關心的福利出發。觀察兩篇 Dcard 貼文後發現,薪資、獎金與年終仍是最多人在意的項目。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我再用對照表檢視中華汽車已有的福利與資源,並結合實際數據與人力銀行的職場調查,整理出適合中華汽車的建議。整體成果與我原本的想像相當接近,過程中也吸收了不少新知。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2026-10-18T16:13:55Z</dcterms:created>
  <dcterms:modified xsi:type="dcterms:W3CDTF">2026-10-18T16:13:55Z</dcterms:modified>
</cp:coreProperties>
</file>