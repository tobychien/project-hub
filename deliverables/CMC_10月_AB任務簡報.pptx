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A41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B2A41"/>
                </a:solidFill>
                <a:latin typeface="Arial"/>
              </a:rPr>
              <a:t>案例 1 留言提及的福利(則,n=17)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提及則數</c:v>
                </c:pt>
              </c:strCache>
            </c:strRef>
          </c:tx>
          <c:spPr>
            <a:solidFill>
              <a:srgbClr val="1B2A4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體檢</c:v>
                  </c:pt>
                  <c:pt idx="1">
                    <c:v>停車位</c:v>
                  </c:pt>
                  <c:pt idx="2">
                    <c:v>加班費/準時下班</c:v>
                  </c:pt>
                  <c:pt idx="3">
                    <c:v>休假</c:v>
                  </c:pt>
                  <c:pt idx="4">
                    <c:v>彈性/遠端</c:v>
                  </c:pt>
                  <c:pt idx="5">
                    <c:v>餐飲/零食/設備</c:v>
                  </c:pt>
                  <c:pt idx="6">
                    <c:v>薪資/獎金/年終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3</c:v>
                </c:pt>
                <c:pt idx="4">
                  <c:v>3</c:v>
                </c:pt>
                <c:pt idx="5">
                  <c:v>5</c:v>
                </c:pt>
                <c:pt idx="6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0"/>
        </c:scaling>
        <c:delete val="0"/>
        <c:axPos val="b"/>
        <c:majorGridlines>
          <c:spPr>
            <a:ln w="6350" cap="flat">
              <a:solidFill>
                <a:srgbClr val="E1E5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058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5D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中華汽車校園大使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5087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每月必修主線 A/B 任務 成果簡報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任務月份:10 月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社群內容創作 ・ B. 趨勢觀察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大使姓名/學校:</a:t>
            </a:r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【請填寫姓名 / 學校】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680960" y="3931920"/>
            <a:ext cx="822960" cy="822960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0" y="3931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A+B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月任務總覽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2148840"/>
          </a:xfrm>
          <a:prstGeom prst="roundRect">
            <a:avLst>
              <a:gd name="adj" fmla="val 340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社群內容創作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5448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主題:第五屆車輛設計數位研習營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形式:IG 影片 + 貼文文案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狀態:已發布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2148840"/>
          </a:xfrm>
          <a:prstGeom prst="roundRect">
            <a:avLst>
              <a:gd name="adj" fmla="val 340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趨勢觀察(3 積分)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55448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主題:畢業生最重視的企業福利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平台:Dcard 工作版(2 篇貼文)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形式:第一線觀察 + 分析 + 數據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429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本簡報涵蓋繳交規定項目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794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大使姓名/學校 ・ 任務月份 ・ 主題 ・ 任務形式 ・ 內容分享與說明 ・ 成效(具體數據) ・ 執行心得或意見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社群內容創作:基本資訊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103120" cy="548640"/>
          </a:xfrm>
          <a:prstGeom prst="roundRect">
            <a:avLst>
              <a:gd name="adj" fmla="val 10000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0972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大使姓名/學校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697480" y="1097280"/>
            <a:ext cx="5989320" cy="548640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34640" y="10972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【請填寫姓名 / 學校】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2103120" cy="548640"/>
          </a:xfrm>
          <a:prstGeom prst="roundRect">
            <a:avLst>
              <a:gd name="adj" fmla="val 10000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7830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任務月份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697480" y="1783080"/>
            <a:ext cx="5989320" cy="548640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834640" y="17830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月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468880"/>
            <a:ext cx="2103120" cy="548640"/>
          </a:xfrm>
          <a:prstGeom prst="roundRect">
            <a:avLst>
              <a:gd name="adj" fmla="val 10000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468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主題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697480" y="2468880"/>
            <a:ext cx="5989320" cy="548640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834640" y="24688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第五屆車輛設計數位研習營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154680"/>
            <a:ext cx="2103120" cy="548640"/>
          </a:xfrm>
          <a:prstGeom prst="roundRect">
            <a:avLst>
              <a:gd name="adj" fmla="val 10000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1546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任務形式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2697480" y="3154680"/>
            <a:ext cx="5989320" cy="548640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834640" y="31546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社群內容創作(IG 影片 + 文案)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2103120" cy="548640"/>
          </a:xfrm>
          <a:prstGeom prst="roundRect">
            <a:avLst>
              <a:gd name="adj" fmla="val 10000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38404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貼文連結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2697480" y="3840480"/>
            <a:ext cx="5989320" cy="548640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834640" y="38404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https://www.instagram.com/reel/DejgEzCAkPm/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內容分享與說明:發想與執行方式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743200" cy="3566160"/>
          </a:xfrm>
          <a:prstGeom prst="rect">
            <a:avLst/>
          </a:prstGeom>
          <a:solidFill>
            <a:srgbClr val="FFFFFF"/>
          </a:solidFill>
          <a:ln w="15875">
            <a:solidFill>
              <a:srgbClr val="9AA3B2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457200" y="1051560"/>
            <a:ext cx="274320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【貼上 Reel 截圖 / 影片畫面】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83280" y="1051560"/>
            <a:ext cx="5303520" cy="1371600"/>
          </a:xfrm>
          <a:prstGeom prst="roundRect">
            <a:avLst>
              <a:gd name="adj" fmla="val 5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11612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發想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15544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參與研習營時,把「一台車從材質桌開始」的幕後現場帶給同學看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以第一人稱視角呈現,縮短校園與車輛產業的距離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383280" y="2560320"/>
            <a:ext cx="5303520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66160" y="267004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執行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3063240"/>
            <a:ext cx="4937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活動:AI 輔助內裝設計、CMF 實物、VR 設計體驗、油土模型、四足機器人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形式:影片記錄 + 貼文文案 + 互動提問「你最想體驗哪一關?」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標籤:#中華汽車 #車輛設計 #校園大使 #設計研習營 #產學合作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成效:具體數據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783080" cy="1417320"/>
          </a:xfrm>
          <a:prstGeom prst="roundRect">
            <a:avLst>
              <a:gd name="adj" fmla="val 516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18872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1,176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202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觀看次數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377440" y="1051560"/>
            <a:ext cx="1783080" cy="1417320"/>
          </a:xfrm>
          <a:prstGeom prst="roundRect">
            <a:avLst>
              <a:gd name="adj" fmla="val 516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77440" y="118872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551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2377440" y="19202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觸及人數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297680" y="1051560"/>
            <a:ext cx="1783080" cy="1417320"/>
          </a:xfrm>
          <a:prstGeom prst="roundRect">
            <a:avLst>
              <a:gd name="adj" fmla="val 516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297680" y="118872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4297680" y="19202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互動數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1783080" cy="1417320"/>
          </a:xfrm>
          <a:prstGeom prst="roundRect">
            <a:avLst>
              <a:gd name="adj" fmla="val 516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278892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5204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按讚數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2377440" y="2651760"/>
            <a:ext cx="1783080" cy="1417320"/>
          </a:xfrm>
          <a:prstGeom prst="roundRect">
            <a:avLst>
              <a:gd name="adj" fmla="val 516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77440" y="278892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2377440" y="35204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留言數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297680" y="2651760"/>
            <a:ext cx="1783080" cy="1417320"/>
          </a:xfrm>
          <a:prstGeom prst="roundRect">
            <a:avLst>
              <a:gd name="adj" fmla="val 516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297680" y="278892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400" dirty="0"/>
          </a:p>
        </p:txBody>
      </p:sp>
      <p:sp>
        <p:nvSpPr>
          <p:cNvPr id="22" name="Text 20"/>
          <p:cNvSpPr txBox="1"/>
          <p:nvPr/>
        </p:nvSpPr>
        <p:spPr>
          <a:xfrm>
            <a:off x="4297680" y="35204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分享數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29768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互動數 = 按讚 34 + 留言 1 + 分享 1(轉發、儲存皆 0)。平均觀看時間 3 秒,新增追蹤 0。資料來源:IG Reel 後台洞察。</a:t>
            </a:r>
            <a:endParaRPr lang="en-US" sz="1200" dirty="0"/>
          </a:p>
        </p:txBody>
      </p:sp>
      <p:pic>
        <p:nvPicPr>
          <p:cNvPr id="24" name="Image 0" descr="img/3028a03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0" y="868680"/>
            <a:ext cx="1783080" cy="38770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趨勢觀察:主題與方法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觀察主題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55448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畢業生最重視的企業福利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(任務指引範例之一)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63440" y="105156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觀察平台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155448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Dcard 工作版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篇貼文,共 50 則留言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(實際統計 31 則可見留言)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78892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89864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觀察方式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291840"/>
            <a:ext cx="7863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選擇與福利、新鮮人職場生活最相關的兩篇貼文,記錄發文日期、愛心、留言、收藏、分享數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逐則閱讀可見留言,依福利類別統計被提及的次數(一則留言可提及多項)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再與公開人力銀行調查交叉比對,避免僅憑單一貼文下結論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第一線觀察:Dcard 案例</a:t>
            </a:r>
            <a:endParaRPr lang="en-US" sz="2600" dirty="0"/>
          </a:p>
        </p:txBody>
      </p:sp>
      <p:pic>
        <p:nvPicPr>
          <p:cNvPr id="5" name="Image 0" descr="img/6ff4206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60120"/>
            <a:ext cx="1554480" cy="33832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194560" y="960120"/>
            <a:ext cx="22402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 1|#請益 大家都在乎什麼公司福利?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發文:2025/2/15 ・ 愛心 142 ・ 留言 35 ・ 收藏 832 ・ 分享 50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新鮮人拿到錄取通知,請教哪些福利是必問、必備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最高讚留言(246 讚):入職前要確認試用期、薪資結構、休假、三節/年終、加班費、勞健保級距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「錢才是重點,優於勞基法的才叫福利」(72 讚)</a:t>
            </a:r>
            <a:endParaRPr lang="en-US" sz="1300" dirty="0"/>
          </a:p>
        </p:txBody>
      </p:sp>
      <p:pic>
        <p:nvPicPr>
          <p:cNvPr id="7" name="Image 1" descr="img/3928ddfb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960120"/>
            <a:ext cx="1554480" cy="33832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0" y="960120"/>
            <a:ext cx="2286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 2|#閒聊 社會新鮮人的小確幸公司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發文:2025/12/18 ・ 愛心 82 ・ 留言 15 ・ 收藏 10 ・ 分享 2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 PO 喜歡:月底放風日、Work From Anywhere、午休 1.5 小時、病假 10 天不扣薪、生日月福利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留言多為零食、節慶賀卡、蛋糕等「小確幸」的羨慕與比較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數據佐證:留言怎麼說</a:t>
            </a:r>
            <a:endParaRPr lang="en-US" sz="2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1206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43891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統計方式:案例 1 共 35 則留言,截圖可見 20 則,其中 17 則談到福利內容;一則可提及多項。案例 2 可見 11 則,其中 4 則談零食/賀卡。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760720" y="1005840"/>
            <a:ext cx="2926080" cy="1828800"/>
          </a:xfrm>
          <a:prstGeom prst="roundRect">
            <a:avLst>
              <a:gd name="adj" fmla="val 4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943600" y="11155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兩篇貼文互動合計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943600" y="1508760"/>
            <a:ext cx="2560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愛心 224 ・ 留言 50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收藏 842 ・ 分享 52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760720" y="2971800"/>
            <a:ext cx="2926080" cy="1828800"/>
          </a:xfrm>
          <a:prstGeom prst="roundRect">
            <a:avLst>
              <a:gd name="adj" fmla="val 4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943600" y="308152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外部對照(待核對)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943600" y="3474720"/>
            <a:ext cx="2560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 員工調查(2024):求職在意「薪資條件符合期待」64%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分析與中華汽車的連結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觀察分析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554480"/>
            <a:ext cx="365760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新鮮人談福利,第一關仍是「錢」:17 則中 14 則提到薪資、獎金或年終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其次是「日常體驗」:餐飲零食、彈性/遠端、優於勞基法的休假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小確幸(生日、蛋糕、零食)互動雖低,卻最容易引發羨慕與分享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也有人提醒:員工旅遊、聚餐若不能折現,對內向者是負擔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6344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對中華汽車的建議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1554480"/>
            <a:ext cx="365760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招募溝通先講清楚薪資結構、年終與獎金,再談其他福利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把彈性、休假與員工日常的小確幸做成真實員工故事,放在校園與社群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校園活動(如研習營)可穿插福利 Q&amp;A,回應新鮮人最常問的問題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中華汽車工作生活平衡獎(2014、2022)可作亮點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執行心得或意見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任務心得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54480"/>
            <a:ext cx="365760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【待補:例如拍攝挑戰、互動回饋、學到什麼】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任務心得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554480"/>
            <a:ext cx="365760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【待補:例如觀察到的世代想法、對品牌溝通的啟發】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中華汽車校園大使 10月任務成果簡報</dc:title>
  <dc:subject>PptxGenJS Presentation</dc:subject>
  <dc:creator>PptxGenJS</dc:creator>
  <cp:lastModifiedBy>PptxGenJS</cp:lastModifiedBy>
  <cp:revision>1</cp:revision>
  <dcterms:created xsi:type="dcterms:W3CDTF">2026-10-17T18:13:11Z</dcterms:created>
  <dcterms:modified xsi:type="dcterms:W3CDTF">2026-10-17T18:13:11Z</dcterms:modified>
</cp:coreProperties>
</file>