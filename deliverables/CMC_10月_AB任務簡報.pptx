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Arial"/>
              </a:rPr>
              <a:t>求職時在意因素(%)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比例</c:v>
                </c:pt>
              </c:strCache>
            </c:strRef>
          </c:tx>
          <c:spPr>
            <a:solidFill>
              <a:srgbClr val="1B2A41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薪資條件符合期待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1E5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5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中華汽車校園大使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每月必修主線 A/B 任務 成果簡報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任務月份:10 月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社群內容創作 ・ B. 趨勢觀察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大使姓名/學校:</a:t>
            </a:r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【請填寫姓名 / 學校】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80960" y="393192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0" y="3931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A+B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月任務總覽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2148840"/>
          </a:xfrm>
          <a:prstGeom prst="roundRect">
            <a:avLst>
              <a:gd name="adj" fmla="val 340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社群內容創作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主題:第五屆車輛設計數位研習營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形式:IG 影片 + 貼文文案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狀態:已發布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2148840"/>
          </a:xfrm>
          <a:prstGeom prst="roundRect">
            <a:avLst>
              <a:gd name="adj" fmla="val 340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趨勢觀察(3 積分)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5448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主題:畢業生最重視的企業福利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平台:Dcard / Threads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形式:第一線觀察 + 分析 + 數據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429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本簡報涵蓋繳交規定項目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 ・ 任務月份 ・ 主題 ・ 任務形式 ・ 內容分享與說明 ・ 成效(具體數據) ・ 執行心得或意見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社群內容創作:基本資訊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97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97480" y="10972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34640" y="1097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【請填寫姓名 / 學校】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697480" y="17830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34640" y="1783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4688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34640" y="24688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第五屆車輛設計數位研習營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任務形式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697480" y="31546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31546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社群內容創作(IG 影片 + 文案)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貼文連結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697480" y="38404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34640" y="38404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https://www.instagram.com/reel/DejgEzCAkPm/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內容分享與說明:發想與執行方式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74320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9AA3B2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457200" y="1051560"/>
            <a:ext cx="27432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【貼上 Reel 截圖 / 影片畫面】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051560"/>
            <a:ext cx="5303520" cy="137160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161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發想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5544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參與研習營時,把「一台車從材質桌開始」的幕後現場帶給同學看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以第一人稱視角呈現,縮短校園與車輛產業的距離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83280" y="2560320"/>
            <a:ext cx="530352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26700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063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活動:AI 輔助內裝設計、CMF 實物、VR 設計體驗、油土模型、四足機器人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形式:影片記錄 + 貼文文案 + 互動提問「你最想體驗哪一關?」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標籤:#中華汽車 #車輛設計 #校園大使 #設計研習營 #產學合作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成效:具體數據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觸及數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542032" y="11887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26864" y="11887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26864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留言數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711696" y="11887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11696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711696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按讚數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822960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9AA3B2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457200" y="315468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【貼上 IG 後台洞察截圖(觸及 / 互動 / 留言 / 按讚)】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趨勢觀察:主題與方法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觀察主題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544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畢業生最重視的企業福利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(任務指引範例之一)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觀察平台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544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Dcard:職場 / 實習 / 求職相關看板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Threads:求職、新鮮人相關貼文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98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觀察方式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29184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關鍵字:福利、年終、彈性工時、遠端、員工旅遊、津貼、進修補助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記錄:貼文截圖、發文日期、按讚 / 留言數,整理出被提及最多的福利類型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交叉比對:公開人力銀行調查數據,避免僅憑單一貼文下結論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第一線觀察:平台案例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06040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9AA3B2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457200" y="1051560"/>
            <a:ext cx="2606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【貼上截圖】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案例 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947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貼文重點:</a:t>
            </a:r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206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讚 / 留言數:</a:t>
            </a:r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64408" y="1051560"/>
            <a:ext cx="2606040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9AA3B2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3264408" y="1051560"/>
            <a:ext cx="2606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【貼上截圖】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案例 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64408" y="37947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貼文重點:</a:t>
            </a:r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264408" y="4206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讚 / 留言數:</a:t>
            </a:r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71616" y="1051560"/>
            <a:ext cx="2606040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9AA3B2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6071616" y="1051560"/>
            <a:ext cx="2606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【貼上截圖】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案例 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71616" y="37947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貼文重點:</a:t>
            </a:r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071616" y="4206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讚 / 留言數:</a:t>
            </a:r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數據佐證:求職者重視什麼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51560"/>
          <a:ext cx="42062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749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資料來源:104 人力銀行員工調查(2024);其餘項目(交通、獎金、福利制度)請依原始報告補入並核對數字。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846320" y="1051560"/>
            <a:ext cx="3840480" cy="3429000"/>
          </a:xfrm>
          <a:prstGeom prst="roundRect">
            <a:avLst>
              <a:gd name="adj" fmla="val 21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0" y="11612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平台數據(自行蒐集)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029200" y="1554480"/>
            <a:ext cx="3474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被提及最多的福利: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貼文樣本數: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平均互動(讚 / 留言):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分析與中華汽車的連結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觀察分析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5448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薪資仍是求職首要條件,福利是同薪資下的加分項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畢業生在乎「看得到、用得到」的福利:工作生活平衡、進修、彈性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【依你的平台觀察補充 1–2 點】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對中華汽車的建議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5448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中華汽車曾獲勞動部「工作生活平衡獎」(2014、2022),可作為雇主品牌亮點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在校園活動與社群中,把福利與真實員工故事一起呈現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【可補充具體建議】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執行心得或意見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任務心得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【待補:例如拍攝挑戰、互動回饋、學到什麼】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任務心得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5448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【待補:例如觀察到的世代想法、對品牌溝通的啟發】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中華汽車校園大使 10月任務成果簡報</dc:title>
  <dc:subject>PptxGenJS Presentation</dc:subject>
  <dc:creator>PptxGenJS</dc:creator>
  <cp:lastModifiedBy>PptxGenJS</cp:lastModifiedBy>
  <cp:revision>1</cp:revision>
  <dcterms:created xsi:type="dcterms:W3CDTF">2026-10-17T16:49:01Z</dcterms:created>
  <dcterms:modified xsi:type="dcterms:W3CDTF">2026-10-17T16:49:01Z</dcterms:modified>
</cp:coreProperties>
</file>