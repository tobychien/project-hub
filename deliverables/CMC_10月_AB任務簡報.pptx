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05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5D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中華汽車校園大使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087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每月必修主線 A/B 任務 成果簡報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大使姓名/學校:簡懷辰 / 元智大學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任務月份:10 月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社群內容創作 ・ B. 趨勢觀察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680960" y="3931920"/>
            <a:ext cx="822960" cy="82296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0" y="3931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A+B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月任務總覽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2194560"/>
          </a:xfrm>
          <a:prstGeom prst="rect">
            <a:avLst>
              <a:gd name="adj" fmla="val 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社群內容創作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81912"/>
            <a:ext cx="36576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主題:第五屆車輛設計數位研習營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形式:IG 影片 + 貼文文案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狀態:已發布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2194560"/>
          </a:xfrm>
          <a:prstGeom prst="rect">
            <a:avLst>
              <a:gd name="adj" fmla="val 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趨勢觀察(3 積分)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581912"/>
            <a:ext cx="36576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主題:畢業生最重視的企業福利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平台:Dcard 工作版(2 篇貼文)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形式:看 Dcard 討論 + 整理數據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本簡報涵蓋繳交規定項目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大使姓名/學校 ・ 任務月份 ・ 主題 ・ 任務形式 ・ 內容分享與說明 ・ 成效(具體數據) ・ 執行心得或意見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社群內容創作:基本資訊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103120" cy="548640"/>
          </a:xfrm>
          <a:prstGeom prst="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097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大使姓名/學校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697480" y="1097280"/>
            <a:ext cx="5989320" cy="548640"/>
          </a:xfrm>
          <a:prstGeom prst="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34640" y="10972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簡懷辰 / 元智大學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2103120" cy="548640"/>
          </a:xfrm>
          <a:prstGeom prst="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783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任務月份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697480" y="1783080"/>
            <a:ext cx="5989320" cy="548640"/>
          </a:xfrm>
          <a:prstGeom prst="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34640" y="17830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月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2103120" cy="548640"/>
          </a:xfrm>
          <a:prstGeom prst="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主題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697480" y="2468880"/>
            <a:ext cx="5989320" cy="548640"/>
          </a:xfrm>
          <a:prstGeom prst="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34640" y="24688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第五屆車輛設計數位研習營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154680"/>
            <a:ext cx="2103120" cy="548640"/>
          </a:xfrm>
          <a:prstGeom prst="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154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任務形式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2697480" y="3154680"/>
            <a:ext cx="5989320" cy="548640"/>
          </a:xfrm>
          <a:prstGeom prst="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34640" y="31546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社群內容創作(IG 影片 + 文案)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2103120" cy="548640"/>
          </a:xfrm>
          <a:prstGeom prst="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840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貼文連結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2697480" y="3840480"/>
            <a:ext cx="5989320" cy="548640"/>
          </a:xfrm>
          <a:prstGeom prst="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834640" y="38404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instagram.com/reel/DejgEzCAkPm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內容分享與說明:發想與執行方式</a:t>
            </a:r>
            <a:endParaRPr lang="en-US" sz="2600" dirty="0"/>
          </a:p>
        </p:txBody>
      </p:sp>
      <p:pic>
        <p:nvPicPr>
          <p:cNvPr id="5" name="Image 0" descr="img/ree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3200400" cy="23225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 Reel「My CMC Vlog」畫面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840480" y="1051560"/>
            <a:ext cx="4846320" cy="1600200"/>
          </a:xfrm>
          <a:prstGeom prst="rect">
            <a:avLst>
              <a:gd name="adj" fmla="val 457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023360" y="116128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發想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023360" y="1581912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把「一台車從材質桌開始」的幕後現場帶給同學看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用自己的角度拍,讓同學覺得離車廠沒那麼遠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840480" y="2788920"/>
            <a:ext cx="4846320" cy="2011680"/>
          </a:xfrm>
          <a:prstGeom prst="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23360" y="28986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023360" y="3319272"/>
            <a:ext cx="4480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當天體驗:AI 設計車內裝、顏色材質展示、VR、油土模型、四足機器人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拍成影片,貼文最後問大家「你最想體驗哪一關?」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標籤:#中華汽車 #車輛設計 #校園大使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成效:具體數據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783080" cy="1417320"/>
          </a:xfrm>
          <a:prstGeom prst="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1887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1,176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202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觀看次數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377440" y="1051560"/>
            <a:ext cx="1783080" cy="1417320"/>
          </a:xfrm>
          <a:prstGeom prst="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77440" y="11887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551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19202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觸及人數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297680" y="1051560"/>
            <a:ext cx="1783080" cy="1417320"/>
          </a:xfrm>
          <a:prstGeom prst="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97680" y="11887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19202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互動數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1783080" cy="1417320"/>
          </a:xfrm>
          <a:prstGeom prst="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7889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5204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按讚數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377440" y="2651760"/>
            <a:ext cx="1783080" cy="1417320"/>
          </a:xfrm>
          <a:prstGeom prst="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77440" y="27889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2377440" y="35204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留言數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297680" y="2651760"/>
            <a:ext cx="1783080" cy="1417320"/>
          </a:xfrm>
          <a:prstGeom prst="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297680" y="27889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35204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分享數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2976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互動數 = 按讚 34 + 留言 1 + 分享 1。平均每人看 3 秒,沒有新增追蹤。數字來自 IG 後台。</a:t>
            </a:r>
            <a:endParaRPr lang="en-US" sz="1200" dirty="0"/>
          </a:p>
        </p:txBody>
      </p:sp>
      <p:pic>
        <p:nvPicPr>
          <p:cNvPr id="24" name="Image 0" descr="img/i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868680"/>
            <a:ext cx="219456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趨勢觀察:主題與方法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4023360" cy="1645920"/>
          </a:xfrm>
          <a:prstGeom prst="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觀察主題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581912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畢業生最重視的企業福利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(任務指引範例之一)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1645920"/>
          </a:xfrm>
          <a:prstGeom prst="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觀察平台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581912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Dcard 工作版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篇貼文,共 50 則留言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看得到的 31 則留言都有算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880360"/>
            <a:ext cx="8229600" cy="1920240"/>
          </a:xfrm>
          <a:prstGeom prst="rect">
            <a:avLst>
              <a:gd name="adj" fmla="val 381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9900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觀察方式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410712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挑兩篇最多人聊福利、新鮮人工作的貼文,記下愛心、留言、收藏、分享數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把看得到的留言一則一則讀,算每種福利被提到幾次(一則可能提到好幾種)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再跟 104 上寫的中華汽車福利比一比,看新鮮人想要的公司有沒有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第一線觀察:Dcard 案例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 1|#請益 大家都在乎什麼公司福利?</a:t>
            </a:r>
            <a:endParaRPr lang="en-US" sz="1400" dirty="0"/>
          </a:p>
        </p:txBody>
      </p:sp>
      <p:pic>
        <p:nvPicPr>
          <p:cNvPr id="6" name="Image 0" descr="img/case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00200"/>
            <a:ext cx="1645920" cy="21854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40280" y="1554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2025/2/15 發文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愛心 142 ・ 留言 35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收藏 832 ・ 分享 50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2286000"/>
            <a:ext cx="22402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剛拿到錄取的新鮮人問:哪些福利一定要問?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最多人按讚的留言(246 讚):報到前先問清楚薪水怎麼算、假期、三節年終、加班費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「錢才是重點」(72 讚)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9601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 2|#閒聊 社會新鮮人的小確幸公司</a:t>
            </a:r>
            <a:endParaRPr lang="en-US" sz="1400" dirty="0"/>
          </a:p>
        </p:txBody>
      </p:sp>
      <p:pic>
        <p:nvPicPr>
          <p:cNvPr id="10" name="Image 1" descr="img/case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600200"/>
            <a:ext cx="1645920" cy="235915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46520" y="1554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2025/12/18 發文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愛心 82 ・ 留言 15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收藏 10 ・ 分享 2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446520" y="2286000"/>
            <a:ext cx="22402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發文的人最愛:每月放風日、可以在任何地方上班、午休 1.5 小時、生日月福利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留言很多人羨慕有零食、賀卡、蛋糕這些小確幸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數據佐證:留言怎麼說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05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Dcard 案例 1 留言裡,大家提到的福利(17 則留言)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4630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薪資/獎金/年終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103120" y="1499616"/>
            <a:ext cx="2816352" cy="25603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92624" y="146304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88366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餐飲/零食/設備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103120" y="1920240"/>
            <a:ext cx="1005840" cy="256032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82112" y="1883664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30428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彈性/遠端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103120" y="2340864"/>
            <a:ext cx="603504" cy="256032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79776" y="230428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724912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休假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103120" y="2761488"/>
            <a:ext cx="603504" cy="256032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779776" y="2724912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14553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加班費/準時下班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103120" y="3182112"/>
            <a:ext cx="603504" cy="256032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79776" y="3145536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56616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停車位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103120" y="3602736"/>
            <a:ext cx="402336" cy="256032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578608" y="356616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98678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體檢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103120" y="4023360"/>
            <a:ext cx="201168" cy="256032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377440" y="3986784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760720" y="1005840"/>
            <a:ext cx="2926080" cy="3200400"/>
          </a:xfrm>
          <a:prstGeom prst="rect">
            <a:avLst>
              <a:gd name="adj" fmla="val 25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0" y="11155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另一份調查:1111 人力銀行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0" y="1536192"/>
            <a:ext cx="25603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新鮮人找工作調查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薪水符合行情 63.7%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不用常態加班 45.1%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公司福利好 34.6%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交通便利 32.2%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固定週休二日 30.6%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3891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怎麼算的:案例 1 有 35 則留言,我看得到 20 則,其中 17 則在聊福利。案例 2 看得到 11 則,有 4 則在聊零食、賀卡。兩篇加起來:愛心 224、留言 50、收藏 842、分享 52。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760720" y="42976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資料來源:1111 人力銀行(產經新聞網報導)。Dcard 只看了兩篇貼文的留言,不代表所有畢業生。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福利對照:新鮮人需求 vs. 中華汽車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731520"/>
                <a:gridCol w="5577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Dcard 最在意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則數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中華汽車(104 公司頁)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薪資/獎金/年終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年終獎金(含中秋、端午),依營運與考績加發獎金及紅利,三節/生日禮券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餐飲/設備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多樣化同仁餐廳(自助餐、麵食、套餐、Cafe'),健身房、球場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彈性/遠端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彈性上班制度(遠端未見說明)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休假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週休二日,小寒假、小暑假各約 1 週,優於法令的旅遊假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體檢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醫師駐廠看診、定期健康檢查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加班費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公司頁未載明,需向人資確認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資料來源:104 人力銀行「中華汽車楊梅廠」公司頁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分析與建議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4023360" cy="3749040"/>
          </a:xfrm>
          <a:prstGeom prst="rect">
            <a:avLst>
              <a:gd name="adj" fmla="val 19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觀察分析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581912"/>
            <a:ext cx="36576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大家聊福利,最在意的還是「錢」:17 則裡有 14 則提到薪水、獎金或年終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再來是日常的舒服感:吃的、零食、彈性上班、比法律規定多的假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小確幸的互動不多,但很容易讓人羨慕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1111 的調查也一樣:薪水排第一(63.7%),不用常常加班排第二(45.1%)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3749040"/>
          </a:xfrm>
          <a:prstGeom prst="rect">
            <a:avLst>
              <a:gd name="adj" fmla="val 19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對中華汽車的建議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581912"/>
            <a:ext cx="36576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薪水和年終最多人在意,中華汽車本來就有,招募時可以先講清楚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把彈性上班、寒暑假、餐廳這些福利,變成真實員工的小故事,放在校園和社群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辦活動時可以加一段「福利問答」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執行心得或意見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749040"/>
          </a:xfrm>
          <a:prstGeom prst="rect">
            <a:avLst>
              <a:gd name="adj" fmla="val 19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任務心得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81912"/>
            <a:ext cx="36576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一開始是被「車輛設計數位研習營」這個名稱和想像中的內容吸引,希望透過這支影片讓更多同學知道,原來中華汽車有這樣的活動。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實際體驗與拍攝後,我發現活動裡有許多專業術語與設計關鍵概念。期待未來中華汽車能辦一場更偏實作的設計營,不限設計科系,讓對設計、汽車或工業設計較陌生的同學也能快速融入,進一步認識中華汽車。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749040"/>
          </a:xfrm>
          <a:prstGeom prst="rect">
            <a:avLst>
              <a:gd name="adj" fmla="val 19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任務心得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581912"/>
            <a:ext cx="36576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任務是從自己也關心的福利出發。觀察兩篇 Dcard 貼文後發現,薪資、獎金與年終仍是最多人在意的項目。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我再用對照表檢視中華汽車已有的福利與資源,並結合實際數據與人力銀行的職場調查,整理出適合中華汽車的建議。整體成果與我原本的想像相當接近,過程中也吸收了不少新知。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中華汽車校園大使 10月任務成果簡報</dc:title>
  <dc:subject>PptxGenJS Presentation</dc:subject>
  <dc:creator>PptxGenJS</dc:creator>
  <cp:lastModifiedBy>PptxGenJS</cp:lastModifiedBy>
  <cp:revision>1</cp:revision>
  <dcterms:created xsi:type="dcterms:W3CDTF">2026-10-18T16:19:35Z</dcterms:created>
  <dcterms:modified xsi:type="dcterms:W3CDTF">2026-10-18T16:19:35Z</dcterms:modified>
</cp:coreProperties>
</file>