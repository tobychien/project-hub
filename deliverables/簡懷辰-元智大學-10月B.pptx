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中華汽車校園大使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 B 任務 成果簡報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大使姓名/學校:簡懷辰 / 元智大學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任務月份:10 月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任務形式:B. 趨勢觀察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39319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趨勢觀察:基本資訊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097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簡懷辰 / 元智大學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17830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4688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468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畢業生最重視的企業福利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97480" y="31546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3154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趨勢觀察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觀察平台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697480" y="3840480"/>
            <a:ext cx="5989320" cy="548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工作版(2 篇貼文)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內容分享與說明:觀察主題與方法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645920"/>
          </a:xfrm>
          <a:prstGeom prst="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觀察主題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畢業生最重視的企業福利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(任務指引範例之一)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645920"/>
          </a:xfrm>
          <a:prstGeom prst="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觀察平台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819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工作版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篇貼文,共 50 則留言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看得到的 31 則留言都有算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1920240"/>
          </a:xfrm>
          <a:prstGeom prst="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觀察方式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10712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挑兩篇最多人聊福利、新鮮人工作的貼文,記下愛心、留言、收藏、分享數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把看得到的留言一則一則讀,算每種福利被提到幾次(一則可能提到好幾種)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再跟 104 上寫的中華汽車福利比一比,看新鮮人想要的公司有沒有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內容分享與說明:Dcard 案例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1|#請益 大家都在乎什麼公司福利?</a:t>
            </a:r>
            <a:endParaRPr lang="en-US" sz="1400" dirty="0"/>
          </a:p>
        </p:txBody>
      </p:sp>
      <p:pic>
        <p:nvPicPr>
          <p:cNvPr id="6" name="Image 0" descr="img/cas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645920" cy="21854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2025/2/15 發文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愛心 142 ・ 留言 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收藏 832 ・ 分享 50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22860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剛拿到錄取的新鮮人問:哪些福利一定要問?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最多人按讚的留言(246 讚):報到前先問清楚薪水怎麼算、假期、三節年終、加班費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「錢才是重點」(72 讚)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 2|#閒聊 社會新鮮人的小確幸公司</a:t>
            </a:r>
            <a:endParaRPr lang="en-US" sz="1400" dirty="0"/>
          </a:p>
        </p:txBody>
      </p:sp>
      <p:pic>
        <p:nvPicPr>
          <p:cNvPr id="10" name="Image 1" descr="img/case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00200"/>
            <a:ext cx="1645920" cy="23591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2025/12/18 發文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愛心 82 ・ 留言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收藏 10 ・ 分享 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28600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發文的人最愛:每月放風日、可以在任何地方上班、午休 1.5 小時、生日月福利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留言很多人羨慕有零食、賀卡、蛋糕這些小確幸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成效:數據佐證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Dcard 案例 1 留言裡,大家提到的福利(17 則留言)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薪資/獎金/年終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499616"/>
            <a:ext cx="2816352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92624" y="14630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836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餐飲/零食/設備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920240"/>
            <a:ext cx="1005840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18836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042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彈性/遠端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340864"/>
            <a:ext cx="603504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23042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249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2761488"/>
            <a:ext cx="603504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79776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145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加班費/準時下班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3182112"/>
            <a:ext cx="603504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79776" y="3145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停車位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03120" y="3602736"/>
            <a:ext cx="402336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78608" y="35661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867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體檢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4023360"/>
            <a:ext cx="201168" cy="2560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77440" y="39867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0720" y="1005840"/>
            <a:ext cx="2926080" cy="3200400"/>
          </a:xfrm>
          <a:prstGeom prst="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另一份調查:1111 人力銀行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1536192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新鮮人找工作調查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薪水符合行情 63.7%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不用常態加班 45.1%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公司福利好 34.6%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交通便利 32.2%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固定週休二日 30.6%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389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怎麼算的:案例 1 有 35 則留言,我看得到 20 則,其中 17 則在聊福利。案例 2 看得到 11 則,有 4 則在聊零食、賀卡。兩篇加起來:愛心 224、留言 50、收藏 842、分享 52。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4297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資料來源:1111 人力銀行(產經新聞網報導)。Dcard 只看了兩篇貼文的留言,不代表所有畢業生。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成效:新鮮人想要 vs. 中華汽車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5577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Dcard 最在意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則數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中華汽車(104 公司頁)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薪資/獎金/年終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年終獎金(含中秋、端午),依營運與考績加發獎金及紅利,三節/生日禮券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餐飲/設備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多樣化同仁餐廳(自助餐、麵食、套餐、Cafe'),健身房、球場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彈性/遠端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彈性上班制度(遠端未見說明)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休假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週休二日,小寒假、小暑假各約 1 週,優於法令的旅遊假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體檢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醫師駐廠看診、定期健康檢查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加班費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公司頁未載明,需向人資確認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資料來源:104 人力銀行「中華汽車楊梅廠」公司頁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分析與建議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觀察分析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大家聊福利,最在意的還是「錢」:17 則裡有 14 則提到薪水、獎金或年終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再來是日常的舒服感:吃的、零食、彈性上班、比法律規定多的假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小確幸的互動不多,但很容易讓人羨慕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 的調查也一樣:薪水排第一(63.7%),不用常常加班排第二(45.1%)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對中華汽車的建議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81912"/>
            <a:ext cx="3657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薪水和年終最多人在意,中華汽車本來就有,招募時可以先講清楚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把彈性上班、寒暑假、餐廳這些福利,變成真實員工的小故事,放在校園和社群</a:t>
            </a:r>
            <a:endParaRPr lang="en-US" sz="13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辦活動時可以加一段「福利問答」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執行心得或意見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任務心得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7863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任務是從自己也關心的福利出發。觀察兩篇 Dcard 貼文後發現,薪資、獎金與年終仍是最多人在意的項目。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我再用對照表檢視中華汽車已有的福利與資源,並結合實際數據與人力銀行的職場調查,整理出適合中華汽車的建議。整體成果與我原本的想像相當接近,過程中也吸收了不少新知。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2026-10-19T05:54:38Z</dcterms:created>
  <dcterms:modified xsi:type="dcterms:W3CDTF">2026-10-19T05:54:38Z</dcterms:modified>
</cp:coreProperties>
</file>